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402336"/>
          </a:xfrm>
          <a:prstGeom prst="rect">
            <a:avLst/>
          </a:prstGeom>
          <a:solidFill>
            <a:srgbClr val="0D8390"/>
          </a:solidFill>
          <a:ln w="12700">
            <a:solidFill>
              <a:srgbClr val="0D83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היחשפות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31720" y="155448"/>
            <a:ext cx="9400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הרגע הראשון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04088"/>
            <a:ext cx="11274552" cy="27432"/>
          </a:xfrm>
          <a:prstGeom prst="rect">
            <a:avLst/>
          </a:prstGeom>
          <a:solidFill>
            <a:srgbClr val="0D8390"/>
          </a:solidFill>
          <a:ln w="12700">
            <a:solidFill>
              <a:srgbClr val="0D8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האזרח מגיע עם צורך — המערכת פוגשת אותו שם, בשפה שלו, ללא צורך לדעת איזה משרד.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1274552" cy="1691640"/>
          </a:xfrm>
          <a:prstGeom prst="rect">
            <a:avLst/>
          </a:prstGeom>
          <a:solidFill>
            <a:srgbClr val="E8F7F8"/>
          </a:solidFill>
          <a:ln w="6350">
            <a:solidFill>
              <a:srgbClr val="0D83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45720" cy="1691640"/>
          </a:xfrm>
          <a:prstGeom prst="rect">
            <a:avLst/>
          </a:prstGeom>
          <a:solidFill>
            <a:srgbClr val="0D8390"/>
          </a:solidFill>
          <a:ln w="12700">
            <a:solidFill>
              <a:srgbClr val="0D83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43584"/>
            <a:ext cx="11109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8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בשעה טובה! נולד לשני ילד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27048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בת 31, ילדה לפני שלוש שעות. שוכבת בחדר השחרור. המחשבה הראשונה: יש הרבה דברים שצריך לסדר — ואני לא יודעת מאיפה להתחיל.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11109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ברגע הזה שני מקבלת הודעת PUSH מהסוכן הממשלתי לגבי רישום התינוק.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ניתנה לשני האפשרות לבחור אם לשתף מידע — או שהוא עבר אוטומטית? האם ההודעה מרגישה חמימה ואנושית? האם ברור לה מה הצעד הבא?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45168" y="2935224"/>
            <a:ext cx="2386584" cy="384048"/>
          </a:xfrm>
          <a:prstGeom prst="rect">
            <a:avLst/>
          </a:prstGeom>
          <a:solidFill>
            <a:srgbClr val="0D8390"/>
          </a:solidFill>
          <a:ln w="12700">
            <a:solidFill>
              <a:srgbClr val="0D83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935224"/>
            <a:ext cx="4133088" cy="384048"/>
          </a:xfrm>
          <a:prstGeom prst="rect">
            <a:avLst/>
          </a:prstGeom>
          <a:solidFill>
            <a:srgbClr val="53565A"/>
          </a:solidFill>
          <a:ln w="12700">
            <a:solidFill>
              <a:srgbClr val="535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35224"/>
            <a:ext cx="4572000" cy="384048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30083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צרכים וציפיות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3792" y="3008376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לא לפגוע בהם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008376"/>
            <a:ext cx="442569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הסוכן מעצים את האזרח.ית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45168" y="3319272"/>
            <a:ext cx="2386584" cy="807720"/>
          </a:xfrm>
          <a:prstGeom prst="rect">
            <a:avLst/>
          </a:prstGeom>
          <a:solidFill>
            <a:srgbClr val="F0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3319272"/>
            <a:ext cx="413308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19272"/>
            <a:ext cx="4572000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3392424"/>
            <a:ext cx="2240280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8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ומובנות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3392424"/>
            <a:ext cx="3986784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שני מקבלת הודעה אבל לא ברור לה מה קורה, מה נדרש ממנה ומתי — ההודעה מוסיפה חרדה, לא מפחיתה אותה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3392424"/>
            <a:ext cx="4425696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מסביר: מה קרה, מה הצעד הבא ומה אפשר לדחות. שני יוצאת עם מפת דרכים ברורה — לא עם שאלה פתוחה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26992"/>
            <a:ext cx="11274552" cy="9144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5168" y="4126992"/>
            <a:ext cx="2386584" cy="807720"/>
          </a:xfrm>
          <a:prstGeom prst="rect">
            <a:avLst/>
          </a:prstGeom>
          <a:solidFill>
            <a:srgbClr val="F0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4126992"/>
            <a:ext cx="413308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26992"/>
            <a:ext cx="4572000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4200144"/>
            <a:ext cx="2240280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8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שליטה ועצמאות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4200144"/>
            <a:ext cx="3986784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המידע הרפואי עבר אוטומטית — שני לא נשאלה, לא ידעה, לא בחרה. גם אם התוצאה טובה, הדרך מרגישה כמו חדירה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4200144"/>
            <a:ext cx="4425696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מבקשת אישור מפורש לפני שהמידע עובר. שני יודעת שהיא בחרה — לא שנחשפה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934712"/>
            <a:ext cx="11274552" cy="9144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45168" y="4934712"/>
            <a:ext cx="2386584" cy="807720"/>
          </a:xfrm>
          <a:prstGeom prst="rect">
            <a:avLst/>
          </a:prstGeom>
          <a:solidFill>
            <a:srgbClr val="F0F9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4934712"/>
            <a:ext cx="4133088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934712"/>
            <a:ext cx="4572000" cy="807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5007864"/>
            <a:ext cx="2240280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8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 ומענה אנושי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5007864"/>
            <a:ext cx="3986784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הודעה קרה — 'הלידה נרשמה, יש למלא טופס 506' — מחמיצה את הרגע. שני לא מרגישה שמישהו ראה אותה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5007864"/>
            <a:ext cx="4425696" cy="661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8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מכיר ברגע תחילה — 'מזל טוב, שני' — ורק אחר כך מציע עזרה. הרגע האנושי קודם לתהליך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961888"/>
            <a:ext cx="11274552" cy="9144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980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דלויט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00400" y="5980176"/>
            <a:ext cx="57881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Deloitte Consulting Pty Ltd. All rights reserved.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274552" y="59801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2026-06-15T16:42:56Z</dcterms:created>
  <dcterms:modified xsi:type="dcterms:W3CDTF">2026-06-15T16:42:56Z</dcterms:modified>
</cp:coreProperties>
</file>